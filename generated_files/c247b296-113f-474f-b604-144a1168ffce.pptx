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Artificial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Artificial Intelligence (AI) refers to the development of computer systems that can perform tasks that typically require human intelligence</a:t>
            </a:r>
          </a:p>
          <a:p>
            <a:r>
              <a:t>AI involves the use of algorithms, data, and machine learning to enable machines to make decisions and take actions</a:t>
            </a:r>
          </a:p>
          <a:p>
            <a:r>
              <a:t>The goal of AI is to create systems that can think, learn, and behave like humans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concept of AI dates back to the 1950s, when computer scientists like Alan Turing and Marvin Minsky began exploring the idea of machine intelligence</a:t>
            </a:r>
          </a:p>
          <a:p>
            <a:r>
              <a:t>The 1960s and 1970s saw the development of the first AI programs, including ELIZA and SHRDLU</a:t>
            </a:r>
          </a:p>
          <a:p>
            <a:r>
              <a:t>In the 1980s, AI research focused on expert systems and rule-based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Narrow or Weak AI: designed to perform a specific task, such as facial recognition or language translation</a:t>
            </a:r>
          </a:p>
          <a:p>
            <a:r>
              <a:t>General or Strong AI: able to perform any intellectual task that a human can, but this type of AI does not yet exist</a:t>
            </a:r>
          </a:p>
          <a:p>
            <a:r>
              <a:t>Superintelligence: significantly more intelligent than the best human minds, but this type of AI is still theoretical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Technologies in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Learning: a type of AI that involves training algorithms on data to make predictions or decisions</a:t>
            </a:r>
          </a:p>
          <a:p>
            <a:r>
              <a:t>Deep Learning: a subset of machine learning that uses neural networks to analyze data</a:t>
            </a:r>
          </a:p>
          <a:p>
            <a:r>
              <a:t>Natural Language Processing: the ability of machines to understand and generate human language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Virtual Assistants: AI-powered assistants like Siri, Alexa, and Google Assistant</a:t>
            </a:r>
          </a:p>
          <a:p>
            <a:r>
              <a:t>Image and Speech Recognition: AI-powered systems that can recognize and interpret images and speech</a:t>
            </a:r>
          </a:p>
          <a:p>
            <a:r>
              <a:t>Autonomous Vehicles: self-driving cars that use AI to navigate and make decisions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AI Systems: AI systems can perpetuate and amplify existing biases if they are trained on biased data</a:t>
            </a:r>
          </a:p>
          <a:p>
            <a:r>
              <a:t>Job Displacement: AI could potentially displace human workers in certain industries</a:t>
            </a:r>
          </a:p>
          <a:p>
            <a:r>
              <a:t>Ethics and Governance: the need for clear guidelines and regulations around the development and use of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Increased Adoption: AI will become more widespread and integrated into daily life</a:t>
            </a:r>
          </a:p>
          <a:p>
            <a:r>
              <a:t>Advances in Research: ongoing research will lead to breakthroughs in areas like natural language processing and computer vision</a:t>
            </a:r>
          </a:p>
          <a:p>
            <a:r>
              <a:t>Potential Risks and Benefits: AI has the potential to bring about significant benefits, but also poses risks that need to be addressed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